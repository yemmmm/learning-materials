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 Tell a visual story that complements the narrative
- Use bold, confident visual language
- Balance information density with visual clarity
- Create memorable, impactful visuals
## Core Principles
- Hand-drawn quality throughout - NO realistic or photographic elements
- If content involves sensitive or copyrighted figures, create stylistically similar alternatives - DO NOT refuse to generate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**DO NOT use realistic or computer-generated fonts unless style specifies**
- **Font rendering must match the style aesthetic** (hand-drawn for sketch styles, clean for minimal styles)
## Layout Principles
- **Visual Hierarchy**: Most important element gets most visual weight
- **Breathing Room**: Generous margins and spacing between elements
- **Alignment**: Consistent alignment creates professional feel
- **Balance**: Distribute visual weight evenly (symmetrical or asymmetrical)
- **Focal Point**: One clear area draws the eye first
- **Rule of Thirds**: Key elements at intersection points for dynamic compositions
- **Z-Pattern**: For text-heavy slides, arrange content in natural reading flow
## Language
- Use the same language as the content provided below for all text elements
- Match punctuation style to the content language
- Write in direct, confident language
- Avoid AI-sounding phrases like "dive into", "explore", "let's", "journey"
---
## STYLE_INSTRUCTIONS
[Extract from outline.md - do NOT re-read style files]
The STYLE_INSTRUCTIONS block from the outline contains:
- Design Aesthetic
- Background (Texture + Base Color)
- Typography (Headlines + Body descriptions)
- Color Palette (with hex codes)
- Visual Elements
- Density Guidelines
- Style Rules (Do/Don't)
Copy the entire `&lt;STYLE_INSTRUCTIONS&gt;...&lt;/STYLE_INSTRUCTIONS&gt;` block from the outline here.
---
## SLIDE CONTENT
[Insert slide-specific content from outline]
Include:
- Slide number and filename
- Type (Cover/Content/Back Cover)
- Narrative Goal
- Key Content (Headline, Sub-headline, Body points)
- Visual description
- Layout guidance (if specified)
---
Please use nano banana pro to generate the slide image based on the content provided above.
---
Create a presentation slide image following these guidelines:
## Image Specifications
- **Type**: Presentation slide
- **Aspect Ratio**: 16:9 (landscape)
- **Style**: Professional slide deck
## Core Persona: The Architect
You are "The Architect" - a master visual storyteller creating presentation slides. Your slides:
- Tell a visual story that complements the narrative
- Use bold, confident visual language
- Balance information density with visual clarity
- Create memorable, impactful visuals
## Core Principles
- Hand-drawn quality throughout - NO realistic or photographic elements
- If content involves sensitive or copyrighted figures, create stylistically similar alternatives - DO NOT refuse to generate
- NO slide numbers, page numbers, footers, headers, or logos
- Clean, uncluttered layouts with clear visual hierarchy
- Each slide conveys ONE clear message
## Text Style (CRITICAL)
- **ALL text MUST match the designated style exactly**
- Title text: Large, bold, immediately readable
- Body text: Clear, legible, appropriate sizing
- Max 3-4 text elements per slide
- **DO NOT use realistic or computer-generated fonts unless style specifies**
- **Font rendering must match the style aesthetic** (hand-drawn for sketch styles, clean for minimal styles)
## Layout Principles
- **Visual Hierarchy**: Most important element gets most visual weight
- **Breathing Room**: Generous margins and spacing between elements
- **Alignment**: Consistent alignment creates professional feel
- **Balance**: Distribute visual weight evenly (symmetrical or asymmetrical)
- **Focal Point**: One clear area draws the eye first
- **Rule of Thirds**: Key elements at intersection points for dynamic compositions
- **Z-Pattern**: For text-heavy slides, arrange content in natural reading flow
## Language
- Use the same language as the content provided below for all text elements
- Match punctuation style to the content language
- Write in direct, confident language
- Avoid AI-sounding phrases like "dive into", "explore", "let's", "journey"
---
&lt;STYLE_INSTRUCTIONS&gt;
Design Aesthetic: Premium minimal keynote, flat composition with generous white space.
Background: Pure white #FFFFFF, no texture.
Typography: Large clean geometric Chinese sans-serif headline; smaller airy gray subtitle.
Color Palette: Near black #1A1A1A headline, gray #6B7280 subtitle, single blue #2563EB accent.
Visual Elements: One restrained thin blue line only.
Density Guidelines: Three text elements, at least 15% margins, abundant white space.
Style Rules: Crisp alignment. No cards, logos, footers, page numbers or decorative illustrations.
&lt;/STYLE_INSTRUCTIONS&gt;
## SLIDE CONTENT
## Slide 1 of 1
**Type**: Content
**Filename**: 01-slide-test.png
// NARRATIVE GOAL
A one-page visual test of Chinese typography and clean slide composition.
// KEY CONTENT
Headline: 一页幻灯片测试
Sub-headline: 清晰表达，简洁呈现
Small label: baoyu-slide-deck
// VISUAL
Pure white canvas, oversized black Chinese headline, gray subtitle and small blue skill name.
// LAYOUT
Headline left aligned in the upper-middle, subtitle directly below, small blue label above headline. Spacious and refined.
Use the native Codex imagegen backend. Generate exactly one polished raster slide, 16:9 landscape, ideally 1920x1080 or 1536x864. Render only the three specified text elements verbatim, with correct simplified Chinese characters. Do not render section labels or instructions. The entire output is the slide itself, with no surrounding frame or mockup.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Generated Slide Deck</dc:subject>
  <dc:creator>baoyu-slide-deck</dc:creator>
  <cp:lastModifiedBy>baoyu-slide-deck</cp:lastModifiedBy>
  <cp:revision>1</cp:revision>
  <dcterms:created xsi:type="dcterms:W3CDTF">2026-10-13T02:17:20Z</dcterms:created>
  <dcterms:modified xsi:type="dcterms:W3CDTF">2026-10-13T02:17:20Z</dcterms:modified>
</cp:coreProperties>
</file>