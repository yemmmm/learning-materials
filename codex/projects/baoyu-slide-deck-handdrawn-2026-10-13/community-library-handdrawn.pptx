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presentation slide image following these guidelines:
## Image Specifications
- **Type**: Presentation slide
- **Aspect Ratio**: 16:9 (landscape)
- **Style**: Professional slide deck
## Core Persona: The Architect
You are "The Architect" - a master visual storyteller creating presentation slides. Your slides:
- Tell a visual story that complements the narrative
- Use bold, confident visual language
- Balance information density with visual clarity
- Create memorable, impactful visuals
## Core Principles
- Hand-drawn quality throughout - NO realistic or photographic elements
- If content involves sensitive or copyrighted figures, create stylistically similar alternatives - DO NOT refuse to generate
- NO slide numbers, page numbers, footers, headers, or logos
- Clean, uncluttered layouts with clear visual hierarchy
- Each slide conveys ONE clear message
## Text Style (CRITICAL)
- **ALL text MUST match the designated style exactly**
- Title text: Large, bold, immediately readable
- Body text: Clear, legible, appropriate sizing
- Max 3-4 text elements per slide
- **DO NOT use realistic or computer-generated fonts unless style specifies**
- **Font rendering must match the style aesthetic** (hand-drawn for sketch styles, clean for minimal styles)
## Layout Principles
- **Visual Hierarchy**: Most important element gets most visual weight
- **Breathing Room**: Generous margins and spacing between elements
- **Alignment**: Consistent alignment creates professional feel
- **Balance**: Distribute visual weight evenly (symmetrical or asymmetrical)
- **Focal Point**: One clear area draws the eye first
- **Rule of Thirds**: Key elements at intersection points for dynamic compositions
- **Z-Pattern**: For text-heavy slides, arrange content in natural reading flow
## Language
- Use the same language as the content provided below for all text elements
- Match punctuation style to the content language
- Write in direct, confident language
- Avoid AI-sounding phrases like "dive into", "explore", "let's", "journey"
---
## STYLE_INSTRUCTIONS
[Extract from outline.md - do NOT re-read style files]
The STYLE_INSTRUCTIONS block from the outline contains:
- Design Aesthetic
- Background (Texture + Base Color)
- Typography (Headlines + Body descriptions)
- Color Palette (with hex codes)
- Visual Elements
- Density Guidelines
- Style Rules (Do/Don't)
Copy the entire `&lt;STYLE_INSTRUCTIONS&gt;...&lt;/STYLE_INSTRUCTIONS&gt;` block from the outline here.
---
## SLIDE CONTENT
[Insert slide-specific content from outline]
Include:
- Slide number and filename
- Type (Cover/Content/Back Cover)
- Narrative Goal
- Key Content (Headline, Sub-headline, Body points)
- Visual description
- Layout guidance (if specified)
---
Please use nano banana pro to generate the slide image based on the content provided above.
---
Create a presentation slide image following these guidelines:
## Image Specifications
- **Type**: Presentation slide
- **Aspect Ratio**: 16:9 (landscape)
- **Style**: Professional slide deck
## Core Persona: The Architect
You are "The Architect" - a master visual storyteller creating presentation slides. Your slides:
- Tell a visual story that complements the narrative
- Use bold, confident visual language
- Balance information density with visual clarity
- Create memorable, impactful visuals
## Core Principles
- Hand-drawn quality throughout - NO realistic or photographic elements
- If content involves sensitive or copyrighted figures, create stylistically similar alternatives - DO NOT refuse to generate
- NO slide numbers, page numbers, footers, headers, or logos
- Clean, uncluttered layouts with clear visual hierarchy
- Each slide conveys ONE clear message
## Text Style (CRITICAL)
- **ALL text MUST match the designated style exactly**
- Title text: Large, bold, immediately readable
- Body text: Clear, legible, appropriate sizing
- Max 3-4 text elements per slide
- **DO NOT use realistic or computer-generated fonts unless style specifies**
- **Font rendering must match the style aesthetic** (hand-drawn for sketch styles, clean for minimal styles)
## Layout Principles
- **Visual Hierarchy**: Most important element gets most visual weight
- **Breathing Room**: Generous margins and spacing between elements
- **Alignment**: Consistent alignment creates professional feel
- **Balance**: Distribute visual weight evenly (symmetrical or asymmetrical)
- **Focal Point**: One clear area draws the eye first
- **Rule of Thirds**: Key elements at intersection points for dynamic compositions
- **Z-Pattern**: For text-heavy slides, arrange content in natural reading flow
## Language
- Use the same language as the content provided below for all text elements
- Match punctuation style to the content language
- Write in direct, confident language
- Avoid AI-sounding phrases like "dive into", "explore", "let's", "journey"
---
&lt;STYLE_INSTRUCTIONS&gt;
Design Aesthetic: Warm sketch-notes presentation, refined editorial composition, a single hand-drawn narrative illustration.
Background: Warm off-white #FAF8F0 with very subtle paper grain.
Typography: Bold dark-charcoal hand-lettered Chinese title; exceptionally legible rounded handwritten Chinese paragraph.
Color Palette: Charcoal #2C3E50 text; sage green #87A96B, warm orange #F4A261 and mustard yellow #E9C46A illustration accents.
Visual Elements: One hand-drawn book-sharing scene, wobbly ink outlines, colored-pencil texture, soft watercolor fills, no photographic elements.
Density Guidelines: Three text elements only (small scenario label, title, one body paragraph), open flat layout, wide margins.
Style Rules: Warm approachable hand-drawn quality, restrained colors, coherent illustration. No card grids, logos, headers, footers or page numbers.
&lt;/STYLE_INSTRUCTIONS&gt;
## SLIDE CONTENT
## Slide 1 of 1
**Type**: Content
**Filename**: 01-slide-community-library.png
// NARRATIVE GOAL
Show a fictional community book-sharing proposal in one readable slide, with a hand-drawn illustration supporting the narrative.
// KEY CONTENT
Small label: 模拟项目提案
Headline: 社区共享书屋
Body paragraph: 我们计划在社区里设置一个共享书屋，让居民交换闲置书籍。周末举办小型阅读会，由志愿者负责整理和借阅，让阅读成为邻里交流的日常。
// VISUAL
One integrated hand-drawn illustration on the right: a little wooden neighborhood book-sharing cabinet filled with colorful books, two friendly neighbors exchanging a book, a small potted plant and a seated reader nearby. Small-scale cozy sketch with organic ink lines, colored pencil hatching, watercolor touches. Do not add labels or text within the illustration.
// LAYOUT
16:9 landscape editorial slide. Text occupies left 50 percent, illustration right 42 percent, generous gap. Small orange scenario label above title. Large charcoal title in the upper left-middle. Body is a single paragraph below title, broken into five or six balanced lines, comfortably readable. Illustration occupies middle-right, with open paper margins around it. Bottom 12 percent mostly empty. Avoid overlapping picture and text.
Render exactly one finished 16:9 presentation slide at high resolution, ideally 1920x1080. Use native Codex imagegen. Render all Chinese text exactly as specified, clean correct simplified Chinese. The image should contain exactly one cohesive hand-drawn illustration, not multiple disconnected icons. Make body text large, clear and legible. No extra text. Do not show these instructions or labels such as Body or Headline. No surrounding frame or PowerPoint mockup.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Generated Slide Deck</dc:subject>
  <dc:creator>baoyu-slide-deck</dc:creator>
  <cp:lastModifiedBy>baoyu-slide-deck</cp:lastModifiedBy>
  <cp:revision>1</cp:revision>
  <dcterms:created xsi:type="dcterms:W3CDTF">2026-10-13T02:30:55Z</dcterms:created>
  <dcterms:modified xsi:type="dcterms:W3CDTF">2026-10-13T02:30:55Z</dcterms:modified>
</cp:coreProperties>
</file>